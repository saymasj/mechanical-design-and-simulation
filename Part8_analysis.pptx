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484-B632-96E6-79A6-52FC5F015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5ED72-2679-AB76-92B2-A44C84CB4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78F2B-E4E9-B4DB-E237-791220CB4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79A08-67C7-4E1D-8AA6-092FF93F39CB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CC24C-2E12-E311-F53C-6DB25381C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18494-A91E-014A-B287-604900A7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0677-6DCE-493A-89B0-0DA0FD1696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14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570C-19CB-8452-50EF-27B041067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D35BF-DD41-11A1-2F36-AC053688F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A7E3C-850C-339F-A6B6-DC5D3D9A1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79A08-67C7-4E1D-8AA6-092FF93F39CB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FBC79-F47F-3C84-CE94-BE4369FC9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34F5-38A8-B549-A9EE-009DC4F6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0677-6DCE-493A-89B0-0DA0FD1696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59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A88ED-3FCA-D57D-4F28-E50181E09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1183B-FAE2-2C75-1021-7C9D9A9B6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5F38E-7E35-3634-C80A-64BAFB5C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79A08-67C7-4E1D-8AA6-092FF93F39CB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81BDF-5839-18A9-C0BD-3F90E5EA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C460A-8ABF-B795-E8C4-4AA27040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0677-6DCE-493A-89B0-0DA0FD1696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72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CFDBF-6FB1-C06B-625E-F457926B1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5EB5C-43CF-4B4D-196F-780BBFF2C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CC02D9-8ACA-1605-6072-084F7D542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D2EE9-8100-5E4E-8466-656DF0F94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79A08-67C7-4E1D-8AA6-092FF93F39CB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9E4E2-BFD4-1317-88D3-CD45B325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4CF73-840A-4291-4B77-8BC41C1F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0677-6DCE-493A-89B0-0DA0FD1696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132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CD98D-7963-21BF-71F9-5092DD17B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BAF35-B1EE-BDFC-C0C7-278E3C172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8B3B1-AFD3-F7F4-F2F7-F211583F6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8D1EE7-2A79-FD36-7FB4-DDF0753A8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896D6B-5363-2088-4D77-9231B76EB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900AFE-EABA-E922-C1F5-DDD7BE201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79A08-67C7-4E1D-8AA6-092FF93F39CB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9F2FC9-0962-B904-C689-77913CFB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22979-9BF6-FD7D-D028-4F7B0A5B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0677-6DCE-493A-89B0-0DA0FD1696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817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EF2E-7BA0-3F25-734C-D8DCB1B15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112BD6-AB9E-8556-884A-D09ACCBF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79A08-67C7-4E1D-8AA6-092FF93F39CB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B15DE-7A55-E828-9B1E-B8F0DBB7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852FA2-32F4-6A51-6F69-D967D478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0677-6DCE-493A-89B0-0DA0FD1696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623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A07A5D-2197-F6FA-F69C-C5176D511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79A08-67C7-4E1D-8AA6-092FF93F39CB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C02299-A7B1-F99D-585F-3945F336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AFE43-F0C6-DA21-A9FD-CF819805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0677-6DCE-493A-89B0-0DA0FD1696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835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174B-E3BA-AD67-3B40-721566CD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14207-079F-45FC-CB06-D76A8220E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CB315-9041-F015-23AB-2373E80F4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C0A8C-361F-C4B8-A766-36C74A46A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79A08-67C7-4E1D-8AA6-092FF93F39CB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B1540-0DE9-817E-9B57-699D07E9A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CE547-F6EB-3204-CFF9-D9126A497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0677-6DCE-493A-89B0-0DA0FD1696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914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08B5-AE71-AD12-97E5-113295C66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1DEC6D-2AD8-4AF1-49AD-E4B5FBF048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C6E44-027E-6BD1-291F-7FE6098BA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236B0-3083-ECB3-DF15-5FCE4E634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79A08-67C7-4E1D-8AA6-092FF93F39CB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166FC-0C5A-C878-5FEE-E7B17319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E4BBB-7DB8-2A5C-3267-66F70D775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0677-6DCE-493A-89B0-0DA0FD1696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232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7B046-60EE-31F1-2EEB-6DDC4B58E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12CE1-D7B7-44AA-6C3E-E1A04EC0F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3C4A8-B98C-0D5B-D5CA-E7DCED8F2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79A08-67C7-4E1D-8AA6-092FF93F39CB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DA887-5042-D8EC-0B21-CC98000D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6DA99-F621-6AE6-4555-15F0B3A5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0677-6DCE-493A-89B0-0DA0FD1696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97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43B532-C2DB-6485-D513-240035DBD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81E870-24C1-FE30-F39B-78EEFC099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97CBC-0C31-273A-F928-E71B60D3F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79A08-67C7-4E1D-8AA6-092FF93F39CB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C6B37-91E0-2B21-8745-B4A3F384C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65A7D-AD3A-B586-F768-616793BB0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0677-6DCE-493A-89B0-0DA0FD1696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70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CD3FEE-DD80-CC31-FF58-699B86D65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9E4D3-4257-7443-F56D-C1A4782E8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01BF6-1F02-93D3-6A5B-6664CFA6F3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79A08-67C7-4E1D-8AA6-092FF93F39CB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E288A-F5A1-2E35-963D-C5226B324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E9C1C-BC70-E2C9-27A9-371F20586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B0677-6DCE-493A-89B0-0DA0FD1696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245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0B3AC-2382-892E-E704-002D8DD356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2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624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429D39-9A7D-F9F5-2B36-FB01B7ED1F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72" r="7826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87394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Jhara, Sayma Sultana (Student)</dc:creator>
  <cp:lastModifiedBy>Jhara, Sayma Sultana (Student)</cp:lastModifiedBy>
  <cp:revision>2</cp:revision>
  <dcterms:created xsi:type="dcterms:W3CDTF">2026-06-04T04:38:47Z</dcterms:created>
  <dcterms:modified xsi:type="dcterms:W3CDTF">2026-06-04T04:40:20Z</dcterms:modified>
</cp:coreProperties>
</file>